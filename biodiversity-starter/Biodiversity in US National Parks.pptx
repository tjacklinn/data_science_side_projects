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25e57f9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25e57f9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747de0c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747de0c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25e57f9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a25e57f9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a747de0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a747de0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a747de0c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a747de0c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a747de0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a747de0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a747de0c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a747de0c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a747de0c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a747de0c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Biodiversity in US National Parks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Tiia Jacklin / Codecademy project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26 Nov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Data used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fi" sz="1200">
                <a:solidFill>
                  <a:srgbClr val="10162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species_info.csv</a:t>
            </a:r>
            <a:endParaRPr b="1" sz="1200">
              <a:solidFill>
                <a:srgbClr val="10162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0162F"/>
              </a:buClr>
              <a:buSzPts val="1200"/>
              <a:buFont typeface="Roboto"/>
              <a:buChar char="○"/>
            </a:pPr>
            <a:r>
              <a:rPr lang="fi" sz="1200">
                <a:solidFill>
                  <a:srgbClr val="10162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Includes the category of the species (Mammal, Amphibian, …), scientific name, common name and conservation status</a:t>
            </a:r>
            <a:endParaRPr sz="1200">
              <a:solidFill>
                <a:srgbClr val="10162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0162F"/>
              </a:buClr>
              <a:buSzPts val="1200"/>
              <a:buFont typeface="Roboto"/>
              <a:buChar char="●"/>
            </a:pPr>
            <a:r>
              <a:rPr b="1" lang="fi" sz="1200">
                <a:solidFill>
                  <a:srgbClr val="10162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observations.csv</a:t>
            </a:r>
            <a:endParaRPr b="1" sz="1200">
              <a:solidFill>
                <a:srgbClr val="10162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0162F"/>
              </a:buClr>
              <a:buSzPts val="1200"/>
              <a:buFont typeface="Roboto"/>
              <a:buChar char="○"/>
            </a:pPr>
            <a:r>
              <a:rPr lang="fi" sz="1200">
                <a:solidFill>
                  <a:srgbClr val="10162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Includes the scientific name, park name and the number of observations (in a week)</a:t>
            </a:r>
            <a:endParaRPr sz="1200">
              <a:solidFill>
                <a:srgbClr val="10162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What was checked and why?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Distributions of observations per species by conservation status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i"/>
              <a:t>Are </a:t>
            </a:r>
            <a:r>
              <a:rPr lang="fi"/>
              <a:t>endangered </a:t>
            </a:r>
            <a:r>
              <a:rPr lang="fi"/>
              <a:t>species observed less?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Top species by share of observations in each park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i"/>
              <a:t>Are the same species observed equally much in each national park?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N</a:t>
            </a:r>
            <a:r>
              <a:rPr lang="fi"/>
              <a:t>umber</a:t>
            </a:r>
            <a:r>
              <a:rPr lang="fi"/>
              <a:t> of species per 100 observations in each park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i"/>
              <a:t>Is the biodiversity between the parks the same?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Number of observations per major taxonomic group in each park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i"/>
              <a:t>What kinds of species are observed the most?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Share or rare/</a:t>
            </a:r>
            <a:r>
              <a:rPr lang="fi"/>
              <a:t>endangered</a:t>
            </a:r>
            <a:r>
              <a:rPr lang="fi"/>
              <a:t> species from total observations in each park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i"/>
              <a:t>How large portion of observations is of the species with a conservation status?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3730400"/>
            <a:ext cx="75057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i"/>
              <a:t>Average number of observations from smallest to largest: Endangered -&gt; Threatened -&gt; In recovery -&gt; Species of Concern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i"/>
              <a:t>The distribution of number of observations for the species “In recovery” is much better than for “Endangered”, this means the recovery efforts are not going to waste.</a:t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775" y="345750"/>
            <a:ext cx="5672450" cy="33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19150" y="3799575"/>
            <a:ext cx="75057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No observable trends between the national parks for the ten most observed species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All species have only a small share of total observations -&gt; wide variety of observed species</a:t>
            </a:r>
            <a:endParaRPr/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75" y="291850"/>
            <a:ext cx="7912426" cy="33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819150" y="3532750"/>
            <a:ext cx="75057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Differences in species per 100 observations, but no differences in total observed species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More species per 100 observations -&gt; smaller populations (and vice versa)</a:t>
            </a:r>
            <a:endParaRPr/>
          </a:p>
        </p:txBody>
      </p:sp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075" y="355575"/>
            <a:ext cx="5421850" cy="323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819150" y="3666175"/>
            <a:ext cx="7505700" cy="7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Vascular plants have by far the most observations of all groups in all national parks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Next largest category is birds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Smallest category seems to be reptiles (in all parks)</a:t>
            </a:r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7800" y="284175"/>
            <a:ext cx="5708399" cy="341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819150" y="3547575"/>
            <a:ext cx="75057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No large differences in the share of rare and </a:t>
            </a:r>
            <a:r>
              <a:rPr lang="fi"/>
              <a:t>endangered</a:t>
            </a:r>
            <a:r>
              <a:rPr lang="fi"/>
              <a:t> species from the total observations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Slightly higher for Bryce National Park (3.23%), lowest for Great Smoky Mountains National Park (2.97%)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750" y="268325"/>
            <a:ext cx="5382499" cy="33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Conclusions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All the species included in the observations are observed in every national park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None of them have a high percentage from total observations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There are some differences between the observations in the parks, but no clear trends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Major groups of species observed the most in every park are vascular plants, whereas the least observed major group are reptiles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i"/>
              <a:t>The conservation statuses accurately describe the averages of the species populations and </a:t>
            </a:r>
            <a:r>
              <a:rPr lang="fi"/>
              <a:t>indicate</a:t>
            </a:r>
            <a:r>
              <a:rPr lang="fi"/>
              <a:t> successful recovery efforts for species in “In recovery” category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